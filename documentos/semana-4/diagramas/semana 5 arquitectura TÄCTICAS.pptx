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5C4E5-8BB4-2D0F-6F49-E627FA081A67}" v="1" dt="2026-08-31T00:20:44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2AE8-5CA4-597E-8B36-63F3E76BF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62FD1-BA9F-F13D-D988-CE9DC4CAB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B18C8-FFC6-6D94-43D1-4D2642F8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61B6-6EDA-2D96-65B2-A6CB837E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C7401-1882-997B-7615-E99C1564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0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382D-D15D-2133-6E2F-F66C21F2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DAEA-C159-D47B-5AB5-6011B7B7D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92E53-FAFD-A037-5F74-41B353A7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BA848-CCBD-4433-7C30-D7F025F0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DBD90-EECF-C422-4992-7E57C59D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18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49AD-BFAC-4411-778B-6A68B570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E211B-12D2-BCE0-BD7D-C937A111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81D6E-04ED-E996-89EB-BDD165F2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7AD8-BD7C-7F8B-A635-69F7F3DF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4DDC2-81CB-5A16-7AB6-8CB36853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1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5BA11-AE66-43B9-FF52-5A296861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D005E-C5E3-D7E3-0350-E216C50C7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090BE-A6CF-1584-5BB2-48CA9C60A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6DFB6-B62C-966B-8B2B-0A3299EA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7757B-65BD-09C8-6B42-613B19E8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F710C-16DD-170F-901F-C6490326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9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DA8F-4C60-0382-F90D-22D288B6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E7195-A9E7-7E44-DF0C-B3C58560C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265C-D285-3EC5-9FA6-ACD048BCB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23E3F-ABF3-FB32-CF6B-68A8E1503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0E459-6501-FCB8-B60A-2C139C193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8CDE4-124A-06F6-6439-AE21A36F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215D6-C9C5-8C03-C4EB-DC8B2278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54FA9-93FB-AB39-F22C-C3EF995F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8B26-2809-B101-387D-AC18CEE0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5CB65-9BEE-29DE-2746-9001780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46343-9A10-5C29-6E9C-3BC8E72C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37CAA-9A88-B440-05D5-653C92B3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36A33-2CD5-E1D1-931A-E5B7B971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FD2CF-78B2-FB0A-4B6D-63978A8B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FB9C5-38FD-ABF6-0297-34673411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4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D57A-2E86-3598-2462-5274FC63F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538B-6D2C-7C50-28FD-89F126BF2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9A54E-6DC5-1E7C-EAA3-931EF462D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624EA-B90F-07E0-B0F3-86135360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9DDAE-AF72-2102-50D3-155FB356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84655-7B4B-8C82-2BBD-D5E9B828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8845-53A5-B3B9-CDFF-2681E31F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8B58A-8896-953E-7587-D569DDEDC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181A6-BB45-0957-AC65-1F4CC2F4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F157C-57C6-CA41-D570-E656380F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883A-0A4F-2EAF-3EF9-DE1A88AF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5B520-EE62-2A79-9667-9E1EABB5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1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765CC-BBBA-A9E4-D439-8853DCE4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AEE54-0D3D-158A-C204-C72CE99C6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3CF78-0F71-3A38-F1E6-7FF79D3D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C319-33AC-4CEC-E08C-7AC4258A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7CC93-7C8F-9417-56EF-447024BE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7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03B3B-D66B-5A88-1960-F8CC78FD2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17020-3454-5CCF-D7CF-B786F402B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B49A-D873-EC4C-A33A-63C9AFC6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1F4DD-6FCF-DB55-42DD-09DDE905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1C19-4756-8695-1B53-4075D952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82C07-87C1-8C4C-196D-81D206A9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A5D2-B9D0-032F-F614-E6982A10D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6317-217D-3A98-EFE8-0D37CA021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CD9E1-737C-4A01-95F4-A80D5DBE492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5D7C0-408A-C678-5A15-FD8A6AA36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ECE78-B38F-B0F1-6E6E-83A8841B7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954AF-0959-4228-946B-A19A39D20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05C1-43BF-40A0-1240-1DD22D2D8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86EBF-60E4-2013-DC81-B37E41C5C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E1045-008A-07E1-3CBF-7090DE8BF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34865"/>
            <a:ext cx="12192000" cy="67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1B2E-DAA2-9B94-A5CD-2075E077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49EB-8485-234C-C5C5-D61FAA55F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DA9FF-D3C9-72C8-6F67-FF7055F7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56"/>
            <a:ext cx="12192000" cy="68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81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B307A-B54D-1EA8-AE8D-63BAA637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96583-0D43-E36F-B8C0-D44027578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C3691-12CD-9B80-EEAE-47DE3C5A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4" y="0"/>
            <a:ext cx="11940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4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0035-D67F-F3E8-6C5D-774574FE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4501-0422-575A-6647-8FA414A41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A39C7-4153-EF18-8AAE-EB669C53B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5" y="0"/>
            <a:ext cx="11789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7FCF-352C-BD70-67D9-73E4DFB6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BA060-1B03-D5B9-6078-509A5BE0D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4978D-9C16-1F27-940A-E6291570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22" y="0"/>
            <a:ext cx="11670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82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AD6B-BF0E-7884-20DD-1EEF9C08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CFCB-019E-5D65-51AA-96B58906A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5D90C-8601-D95E-F0CE-01F003C5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077"/>
            <a:ext cx="12192000" cy="64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6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750FE-6DB3-527E-34CA-9EF7515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0C3A-DF78-F7D7-BB32-BF95F132E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05DE6-DC34-BF7C-16E5-45CF45975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" y="0"/>
            <a:ext cx="12134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D55-32E9-F27C-BA47-12C1CD84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5C413F-EB0D-79FF-DC05-EF28C8C62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854" y="82232"/>
            <a:ext cx="10964946" cy="6410644"/>
          </a:xfrm>
        </p:spPr>
      </p:pic>
    </p:spTree>
    <p:extLst>
      <p:ext uri="{BB962C8B-B14F-4D97-AF65-F5344CB8AC3E}">
        <p14:creationId xmlns:p14="http://schemas.microsoft.com/office/powerpoint/2010/main" val="341261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7B49-29EA-5607-8C0E-5F05901D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2874E-731B-2C33-9933-6EF6090C7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5A852-26AE-01F5-CA7F-5CB4F3487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8" y="0"/>
            <a:ext cx="11804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2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D35C-CCBB-43C1-08B9-5A72F61F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CFBB-BF93-1155-D3F7-A20C4511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D2832-4C5C-6BD4-D318-E587F12E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35" y="0"/>
            <a:ext cx="11809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68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FD8B2CBD42734D97AA7016C6E5626F" ma:contentTypeVersion="5" ma:contentTypeDescription="Crear nuevo documento." ma:contentTypeScope="" ma:versionID="0c657706ff0e6d7122f186315c007d8b">
  <xsd:schema xmlns:xsd="http://www.w3.org/2001/XMLSchema" xmlns:xs="http://www.w3.org/2001/XMLSchema" xmlns:p="http://schemas.microsoft.com/office/2006/metadata/properties" xmlns:ns3="03216c93-cbe7-4781-bdb8-a5efa66e4100" targetNamespace="http://schemas.microsoft.com/office/2006/metadata/properties" ma:root="true" ma:fieldsID="c13be52d688ce85e7683003d2a4365d7" ns3:_="">
    <xsd:import namespace="03216c93-cbe7-4781-bdb8-a5efa66e41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16c93-cbe7-4781-bdb8-a5efa66e41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FF6F31-F283-45EB-85C1-720FFB53DB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216c93-cbe7-4781-bdb8-a5efa66e41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2FB02A-8355-47FF-A017-E9374BA5B6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9CBC1D-AC99-43CC-9604-1CFB400089BD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03216c93-cbe7-4781-bdb8-a5efa66e4100"/>
    <ds:schemaRef ds:uri="http://purl.org/dc/terms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Jazmin Natalia Cordoba Puerto</dc:creator>
  <cp:lastModifiedBy>Jazmin Natalia Cordoba Puerto</cp:lastModifiedBy>
  <cp:revision>3</cp:revision>
  <dcterms:created xsi:type="dcterms:W3CDTF">2024-09-08T02:47:47Z</dcterms:created>
  <dcterms:modified xsi:type="dcterms:W3CDTF">2026-08-31T00:21:39Z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0x010100C3FD8B2CBD42734D97AA7016C6E5626F</vt:lpwstr>
  </property>
</Properties>
</file>